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Shopify (low estimate)</c:v>
                </c:pt>
              </c:strCache>
            </c:strRef>
          </c:tx>
          <c:spPr>
            <a:solidFill>
              <a:srgbClr val="9C96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Platform + POS</c:v>
                  </c:pt>
                  <c:pt idx="1">
                    <c:v>Payment penalty</c:v>
                  </c:pt>
                  <c:pt idx="2">
                    <c:v>Setup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804000</c:v>
                </c:pt>
                <c:pt idx="1">
                  <c:v>90000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Sir Henry's own system</c:v>
                </c:pt>
              </c:strCache>
            </c:strRef>
          </c:tx>
          <c:spPr>
            <a:solidFill>
              <a:srgbClr val="8461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Platform + POS</c:v>
                  </c:pt>
                  <c:pt idx="1">
                    <c:v>Payment penalty</c:v>
                  </c:pt>
                  <c:pt idx="2">
                    <c:v>Setup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600000</c:v>
                </c:pt>
                <c:pt idx="1">
                  <c:v>0</c:v>
                </c:pt>
                <c:pt idx="2">
                  <c:v>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F6A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2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F6A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live site already loaded in a browser tab. Do not read this slide aloud - let them see the anatomy sequence scrub while you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rush these four numbers. The 0% barcodes one usually lands hardest with whoever runs the shop floor - ask them how they count stock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centre of the pitch. Pause after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twelve minutes out loud. It signals you respect their time and it stops them interrupting to ask how long this will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of 6. Nothing here is stock photography of somebody else’s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of 6. Ask them what percentage of their customers pay by M-Pesa. Let them say the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 of 6. This one screen is what replaces Shopify POS Pro at KSh 58,000 a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of 6. Free alterations for life is the promise on their homepage. Nothing currently records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5 of 6. This is the highest-margin thing they sell and the hardest for a competitor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6 of 6. Shopify has no concept of an order that is not yet an order. A tender needs measuring and a quote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they push back on any single row, offer to demonstrate it there and then. All six are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apologise for the number. Lead with the saving, then the setup fee. If they negotiate, the setup fee is the flexible half - the monthly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where 9m comes from, say it is an assumption and you would rather use their real figure - then ask for it. That question is a buying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this before they ask. It buys more trust than any feature on the previous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overlap fortnight removes almost all of the perceived risk. Emphasise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 and stop talking. Let them open it. The silence while somebody scrolls the anatomy sequence on their own phone does more than another slide would.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A4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HENRY'S LIMITED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shop that works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way you already 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storefront and a staff console, built for four branches, M-Pesa, and a workshop that alters for life.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4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  ·  sirhenrys.pages.dev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website costs you today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through sirhenrys.co.ke page by page before writing a line of code. These are the findings, not estimates.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60320" cy="2651760"/>
          </a:xfrm>
          <a:prstGeom prst="roundRect">
            <a:avLst>
              <a:gd name="adj" fmla="val 1429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46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67,000–110,000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Shopify every month, once POS Pro for five stores is counted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2331720"/>
            <a:ext cx="2560320" cy="2651760"/>
          </a:xfrm>
          <a:prstGeom prst="roundRect">
            <a:avLst>
              <a:gd name="adj" fmla="val 1429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46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0.6–2%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on every single order, because Shopify Payments does not operate in Kenya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2560320" cy="2651760"/>
          </a:xfrm>
          <a:prstGeom prst="roundRect">
            <a:avLst>
              <a:gd name="adj" fmla="val 1429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46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your catalogue has a barcode. Nothing in any store can be scanned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2331720"/>
            <a:ext cx="2560320" cy="2651760"/>
          </a:xfrm>
          <a:prstGeom prst="roundRect">
            <a:avLst>
              <a:gd name="adj" fmla="val 1429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461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of 65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5440" y="34290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are empty. A customer clicking them finds nothing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POS Pro is $89 per store per month. Five stores is $445 a month on its own — roughly KSh 58,000 — before the platform fee.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4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paying a global platform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not understand Kenya.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61872" y="314553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is a bolt-on, not a checkout.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3474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customers pay this way. On Shopify it is an app you rent.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61872" y="41056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Made-to-measure cannot be expressed.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61872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 x cut x lapel x lining x buttons is not a variant list. Shopify has no way to price 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61872" y="506577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Alterations for life is your differentiator.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your current site tracks a single one of them.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demonstration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minutes, in this order. Everything you are about to see is running live — nothing is a mock-up.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58775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081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storefront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3741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sequence, the collection room, a garment turning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58775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9432" y="3081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something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33741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finder, M-Pesa checkout, order tracking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752" y="258775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7" name="Text 15"/>
          <p:cNvSpPr/>
          <p:nvPr/>
        </p:nvSpPr>
        <p:spPr>
          <a:xfrm>
            <a:off x="8302752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30815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till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3741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take payment, watch stock fall in one branch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46227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956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" y="52486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alteration moving through four stages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20624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46227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4956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to measure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9432" y="52486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Cloth, cut, lapel, lining — priced live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206240"/>
            <a:ext cx="3474720" cy="164592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752" y="4462272"/>
            <a:ext cx="384048" cy="384048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32" name="Text 30"/>
          <p:cNvSpPr/>
          <p:nvPr/>
        </p:nvSpPr>
        <p:spPr>
          <a:xfrm>
            <a:off x="8302752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02752" y="4956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Weddings and corporate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02752" y="524865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six, then a bank of 120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storefront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sirhenrys.pages.dev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slowly from the top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suit assembles itself as you scroll — shirt, waistcoat, canvas, finished jacket. Ninety-seven frames, scrubbed by scroll position. It runs backwards if you scroll up.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to The Collection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garment stands in one shared light. Drag it sideways. This is the part people photograph.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Carlo Calvino Navy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suit turns on its own — seventy-two positions, a full revolution. Drag to take over.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stock photography of somebody else’s shop.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something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#/product/carlo-navy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size finder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and height in, size out. On a KSh 40,000 purchase this is the difference between a sale and a return.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stock by branch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say "in stock". It says which of your four shops has size 52 today.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M-Pesa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STK push is built in Safaricom’s real Daraja shape — the same fields, the same result codes.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9320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5056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order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53675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Confirmed, In Workshop, Ready for Fitting, Out for Delivery, Delivered. A tailor’s stages, not a warehouse’s.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what percentage of their customers pay by M-Pesa. Let them say the number.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till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#/admin → Till (POS)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shop floor — PIN 1357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sections disappear. A shop-floor account sees the till, stock and alterations. Nothing else.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or search a garment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variant has a real EAN-13 barcode with a valid check digit. You can print the whole catalogue as tags.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payment and print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M-Pesa, card or cash, with change calculated.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09320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93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5056632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stock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07008" y="53675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falls at that branch only — and on the customer’s phone, immediately.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screen is what replaces Shopify POS Pro at KSh 58,000 a month.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FOUR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workshop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#/admin/alterations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alteration job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Sleeve, waist, hem, taper — captured against the order it came from.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it a stage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→ In Workshop → Ready → Collected. Each step writes a note the customer can see.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customer’s 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watch their own suit move through your workshop without telephoning anybody.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alterations for life is the promise on their homepage. Nothing currently records one.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FIVE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measure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#/bespoke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suit in front of them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Cloth, number of pieces, lapel, lining, buttons, monogram — the price moves as you choose.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this 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variants cannot express this. Five choices multiply into thousands of combinations; a variant list caps out long before.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the workshop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in the console as a commission with its own stages.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highest-margin thing they sell and the hardest for a competitor to copy.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PART SIX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Weddings and corporate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61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#/wedding  and  #/corporate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85416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85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488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wedding party of six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4597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organiser, a roster of names and sizes, discount scaling to 20%, cloth reserved from one bolt so every jacket matches.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11810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of one hundred and twenty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7008" y="342900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enquiry arrives in a pipeline: New, Quoted, Won, Lost. Mark it Won and it becomes a real order.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23944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08736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arithmetic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07008" y="439826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hundred and twenty two-piece suits, less the 25% volume tier — KSh 3,595,560, invoiced, not charged to a card.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777240"/>
          </a:xfrm>
          <a:prstGeom prst="roundRect">
            <a:avLst>
              <a:gd name="adj" fmla="val 4706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77900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this:  </a:t>
            </a:r>
            <a:pPr indent="0" marL="0">
              <a:buNone/>
            </a:pPr>
            <a:r>
              <a:rPr lang="en-US" sz="1250" i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has no concept of an order that is not yet an order. A tender needs measuring and a quote first.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things Shopify will not 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43584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as a real checkout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2130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app you rent monthly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83794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75704" y="1783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Made-to-measure, priced live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75704" y="2130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 cannot express five multiplying choices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5526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43584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corporate ordering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43584" y="3547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organiser, a whole party, one bolt of cloth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25526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5704" y="32004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by size AND branch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75704" y="3547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transfer suggestions between shops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67258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72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43584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Alterations tracked to the customer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43584" y="4965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Workshop and Ready for Fitting are real stages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4672584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672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75704" y="4617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size finder that cuts returns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75704" y="4965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and height, on a KSh 40,000 purchase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built and running today. None of them is a roadmap item.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costs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926080"/>
          </a:xfrm>
          <a:prstGeom prst="roundRect">
            <a:avLst>
              <a:gd name="adj" fmla="val 1250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67,000–110,000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3337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subscription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3337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Pro, five stores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36393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$445/mo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9410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penalty, no Shopify Payments in Kenya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9410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0.6–2% per order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for anything above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42428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1737360"/>
            <a:ext cx="5257800" cy="2926080"/>
          </a:xfrm>
          <a:prstGeom prst="roundRect">
            <a:avLst>
              <a:gd name="adj" fmla="val 1250"/>
            </a:avLst>
          </a:prstGeom>
          <a:solidFill>
            <a:srgbClr val="151515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4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50,000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5836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everything included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337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Storefront, staff console and till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Hosting, updates and support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3941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No per-store charge — four shops or fourteen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242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 No payment penalty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KSh 50,000 once, to go live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catalogue photographed and loaded, four branches configured, staff accounts created, Safaricom credentials connected, and your team trained on the till.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saving between KSh 17,000 and KSh 60,000 every month, and getting six things you cannot currently buy.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one, side by side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10881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in Kenyan shillings. Shopify uses the LOW end of the audited range — the honest comparison, not the flattering one. Payment penalty assumes 1% on KSh 9m of annual card and mobile volume.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ANSWERS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finished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ask this eventually, so here it is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219456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is built but not connected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07008" y="250545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is Safaricom’s real shape and the real failure codes are handled. Connecting it needs your Daraja credentials and a short server piece. Part of the setup fee.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1868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07008" y="32004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imagery is generated, not photographed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07008" y="351129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garments shown are representative. Going live means photographing your actual stock — also part of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420624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products are loaded, not the full range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07008" y="451713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prices are your real ones. The rest of the catalogue loads during setup.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30368"/>
            <a:ext cx="365760" cy="365760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521208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sign-in is demo-grade today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207008" y="5522976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accounts and server-side security are part of going live. Nothing here should hold real customer data until that is done.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this out loud is the point. Anyone who tells you a system is finished has not built one.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say yes today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1600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48840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the real catalogue. Load every product, price and size.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60320" cy="2286000"/>
          </a:xfrm>
          <a:prstGeom prst="roundRect">
            <a:avLst>
              <a:gd name="adj" fmla="val 1600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2148840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8503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four branches, create staff accounts, connect Safaricom.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920240"/>
            <a:ext cx="2560320" cy="2286000"/>
          </a:xfrm>
          <a:prstGeom prst="roundRect">
            <a:avLst>
              <a:gd name="adj" fmla="val 1600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2148840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7395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shop floor on the till. Run both systems side by side.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06840" y="1920240"/>
            <a:ext cx="2560320" cy="2286000"/>
          </a:xfrm>
          <a:prstGeom prst="roundRect">
            <a:avLst>
              <a:gd name="adj" fmla="val 1600"/>
            </a:avLst>
          </a:prstGeom>
          <a:solidFill>
            <a:srgbClr val="F7F5F2"/>
          </a:solidFill>
          <a:ln w="9525">
            <a:solidFill>
              <a:srgbClr val="E6E2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2872" y="2148840"/>
            <a:ext cx="402336" cy="402336"/>
          </a:xfrm>
          <a:prstGeom prst="ellipse">
            <a:avLst/>
          </a:prstGeom>
          <a:solidFill>
            <a:srgbClr val="846144"/>
          </a:solidFill>
          <a:ln/>
        </p:spPr>
      </p:sp>
      <p:sp>
        <p:nvSpPr>
          <p:cNvPr id="21" name="Text 19"/>
          <p:cNvSpPr/>
          <p:nvPr/>
        </p:nvSpPr>
        <p:spPr>
          <a:xfrm>
            <a:off x="9262872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62872" y="2697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46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62872" y="301752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sirhenrys.co.ke at the new shop. Switch Shopify off.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5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month, and the Shopify bill stops.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together for the last fortnight. Nothing switches off until your staff are comfortable and you have seen a full week of real orders come through.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5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4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yourself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7F5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sirhenrys.pages.dev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live. Open it on your phone in this meeting, ring up a sale on the till, and watch the stock change on the screen in front of you.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50,000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once, to go live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4572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KSh 50,000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4340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everything included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45720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4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46720" y="5120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yes to switched over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console: sirhenrys.pages.dev/#/admin  ·  demo PIN 1967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2026-08-24T08:13:36Z</dcterms:created>
  <dcterms:modified xsi:type="dcterms:W3CDTF">2026-08-24T08:13:36Z</dcterms:modified>
</cp:coreProperties>
</file>